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6" r:id="rId3"/>
  </p:sldMasterIdLst>
  <p:notesMasterIdLst>
    <p:notesMasterId r:id="rId9"/>
  </p:notesMasterIdLst>
  <p:handoutMasterIdLst>
    <p:handoutMasterId r:id="rId10"/>
  </p:handoutMasterIdLst>
  <p:sldIdLst>
    <p:sldId id="256" r:id="rId4"/>
    <p:sldId id="580" r:id="rId5"/>
    <p:sldId id="581" r:id="rId6"/>
    <p:sldId id="595" r:id="rId7"/>
    <p:sldId id="582" r:id="rId8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93" userDrawn="1">
          <p15:clr>
            <a:srgbClr val="A4A3A4"/>
          </p15:clr>
        </p15:guide>
        <p15:guide id="2" pos="3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B3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05"/>
    <p:restoredTop sz="94653"/>
  </p:normalViewPr>
  <p:slideViewPr>
    <p:cSldViewPr snapToGrid="0" snapToObjects="1" showGuides="1">
      <p:cViewPr varScale="1">
        <p:scale>
          <a:sx n="81" d="100"/>
          <a:sy n="81" d="100"/>
        </p:scale>
        <p:origin x="576" y="48"/>
      </p:cViewPr>
      <p:guideLst>
        <p:guide orient="horz" pos="3793"/>
        <p:guide pos="3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gs" Target="tags/tag2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ADEFF1-447C-CC4C-AC2A-D63B9514C24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64F77C-5F83-9843-A7F0-EF527CF8F84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E0589B-612E-2F4D-B851-A007C2AD43D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6957ED-7EEF-7546-A67C-D146B6C4D6D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9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image" Target="../media/image10.png"/><Relationship Id="rId4" Type="http://schemas.openxmlformats.org/officeDocument/2006/relationships/image" Target="../media/image3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40911-CB63-C640-91A1-4C1B72CFCF54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9" name="图片 12" descr="/Users/ciilabrand/Desktop/赵毅祥/平行数字/VIS设计/A-设计/应用部分实际文件大小_画板 1.svg应用部分实际文件大小_画板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-14922" y="1270"/>
            <a:ext cx="12206605" cy="6856730"/>
          </a:xfrm>
          <a:prstGeom prst="rect">
            <a:avLst/>
          </a:prstGeom>
        </p:spPr>
      </p:pic>
      <p:pic>
        <p:nvPicPr>
          <p:cNvPr id="10" name="图片 9" descr="应用部分实际文件大小_画板 1"/>
          <p:cNvPicPr>
            <a:picLocks noChangeAspect="1"/>
          </p:cNvPicPr>
          <p:nvPr userDrawn="1"/>
        </p:nvPicPr>
        <p:blipFill>
          <a:blip r:embed="rId4"/>
          <a:srcRect r="69202"/>
          <a:stretch>
            <a:fillRect/>
          </a:stretch>
        </p:blipFill>
        <p:spPr>
          <a:xfrm>
            <a:off x="427355" y="382905"/>
            <a:ext cx="524510" cy="5873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40911-CB63-C640-91A1-4C1B72CFCF54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14" name="图片 4" descr="应用部分实际文件大小_画板 1 副本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" y="0"/>
            <a:ext cx="12191365" cy="6848475"/>
          </a:xfrm>
          <a:prstGeom prst="rect">
            <a:avLst/>
          </a:prstGeom>
        </p:spPr>
      </p:pic>
      <p:pic>
        <p:nvPicPr>
          <p:cNvPr id="15" name="图片 14" descr="应用部分实际文件大小_画板 1 副本"/>
          <p:cNvPicPr>
            <a:picLocks noChangeAspect="1"/>
          </p:cNvPicPr>
          <p:nvPr userDrawn="1"/>
        </p:nvPicPr>
        <p:blipFill>
          <a:blip r:embed="rId4"/>
          <a:srcRect l="582" t="-164" r="94426" b="84632"/>
          <a:stretch>
            <a:fillRect/>
          </a:stretch>
        </p:blipFill>
        <p:spPr>
          <a:xfrm>
            <a:off x="10027285" y="0"/>
            <a:ext cx="447040" cy="782320"/>
          </a:xfrm>
          <a:prstGeom prst="rect">
            <a:avLst/>
          </a:prstGeom>
        </p:spPr>
      </p:pic>
      <p:sp>
        <p:nvSpPr>
          <p:cNvPr id="16" name="文本框 15"/>
          <p:cNvSpPr txBox="1"/>
          <p:nvPr userDrawn="1"/>
        </p:nvSpPr>
        <p:spPr>
          <a:xfrm>
            <a:off x="10650220" y="194945"/>
            <a:ext cx="189801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>
                <a:solidFill>
                  <a:srgbClr val="1DB5CD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平 行 数 字    交 叉 现 实</a:t>
            </a:r>
            <a:endParaRPr lang="zh-CN" altLang="en-US" sz="900" b="1">
              <a:solidFill>
                <a:srgbClr val="1DB5CD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cxnSp>
        <p:nvCxnSpPr>
          <p:cNvPr id="17" name="直接连接符 2"/>
          <p:cNvCxnSpPr/>
          <p:nvPr userDrawn="1"/>
        </p:nvCxnSpPr>
        <p:spPr>
          <a:xfrm>
            <a:off x="10627995" y="239395"/>
            <a:ext cx="0" cy="144000"/>
          </a:xfrm>
          <a:prstGeom prst="line">
            <a:avLst/>
          </a:prstGeom>
          <a:noFill/>
          <a:ln w="9525" cap="flat" cmpd="sng" algn="ctr">
            <a:solidFill>
              <a:srgbClr val="1DB5CD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18" name="文本框 17"/>
          <p:cNvSpPr txBox="1"/>
          <p:nvPr userDrawn="1"/>
        </p:nvSpPr>
        <p:spPr>
          <a:xfrm>
            <a:off x="323850" y="26225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1DB5CD"/>
                </a:solidFill>
                <a:latin typeface="Arial" panose="020B0604020202020204"/>
                <a:ea typeface="微软雅黑" panose="020B0503020204020204" charset="-122"/>
              </a:rPr>
              <a:t>公司简介</a:t>
            </a:r>
            <a:endParaRPr lang="zh-CN" altLang="en-US" b="1" dirty="0">
              <a:solidFill>
                <a:srgbClr val="1DB5C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283210" y="340360"/>
            <a:ext cx="10800" cy="216000"/>
          </a:xfrm>
          <a:prstGeom prst="rect">
            <a:avLst/>
          </a:prstGeom>
          <a:solidFill>
            <a:srgbClr val="1DB5CD"/>
          </a:solidFill>
          <a:ln w="25400" cap="flat" cmpd="sng" algn="ctr">
            <a:solidFill>
              <a:srgbClr val="1DB5CD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5D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40911-CB63-C640-91A1-4C1B72CFCF54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11" name="图片 4" descr="应用部分实际文件大小_画板 1 副本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365" cy="6848475"/>
          </a:xfrm>
          <a:prstGeom prst="rect">
            <a:avLst/>
          </a:prstGeom>
        </p:spPr>
      </p:pic>
      <p:pic>
        <p:nvPicPr>
          <p:cNvPr id="12" name="图片 11" descr="应用部分实际文件大小_画板 1 副本"/>
          <p:cNvPicPr>
            <a:picLocks noChangeAspect="1"/>
          </p:cNvPicPr>
          <p:nvPr userDrawn="1"/>
        </p:nvPicPr>
        <p:blipFill>
          <a:blip r:embed="rId4"/>
          <a:srcRect r="94433" b="84468"/>
          <a:stretch>
            <a:fillRect/>
          </a:stretch>
        </p:blipFill>
        <p:spPr>
          <a:xfrm>
            <a:off x="9991725" y="0"/>
            <a:ext cx="498475" cy="782320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650220" y="194945"/>
            <a:ext cx="189801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>
                <a:solidFill>
                  <a:srgbClr val="1DB5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 行 数 字    交 叉 现 实</a:t>
            </a:r>
            <a:endParaRPr lang="zh-CN" altLang="en-US" sz="900">
              <a:solidFill>
                <a:srgbClr val="1DB5C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" name="直接连接符 2"/>
          <p:cNvCxnSpPr/>
          <p:nvPr userDrawn="1"/>
        </p:nvCxnSpPr>
        <p:spPr>
          <a:xfrm>
            <a:off x="10627995" y="239395"/>
            <a:ext cx="0" cy="144000"/>
          </a:xfrm>
          <a:prstGeom prst="line">
            <a:avLst/>
          </a:prstGeom>
          <a:noFill/>
          <a:ln w="9525" cap="flat" cmpd="sng" algn="ctr">
            <a:solidFill>
              <a:srgbClr val="1DB5CD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40911-CB63-C640-91A1-4C1B72CFCF54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10" name="图片 9" descr="应用部分实际文件大小_画板 1"/>
          <p:cNvPicPr>
            <a:picLocks noChangeAspect="1"/>
          </p:cNvPicPr>
          <p:nvPr userDrawn="1"/>
        </p:nvPicPr>
        <p:blipFill>
          <a:blip r:embed="rId2"/>
          <a:srcRect r="69202"/>
          <a:stretch>
            <a:fillRect/>
          </a:stretch>
        </p:blipFill>
        <p:spPr>
          <a:xfrm>
            <a:off x="427355" y="382905"/>
            <a:ext cx="524510" cy="5873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40911-CB63-C640-91A1-4C1B72CFCF54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12" name="图片 1" descr="/Users/ciilabrand/Desktop/赵毅祥/平行数字/VIS设计/A-设计/应用部分实际文件大小_画板 1.svg应用部分实际文件大小_画板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953"/>
            <a:ext cx="12206605" cy="6856730"/>
          </a:xfrm>
          <a:prstGeom prst="rect">
            <a:avLst/>
          </a:prstGeom>
        </p:spPr>
      </p:pic>
      <p:pic>
        <p:nvPicPr>
          <p:cNvPr id="10" name="图片 9" descr="应用部分实际文件大小_画板 1"/>
          <p:cNvPicPr>
            <a:picLocks noChangeAspect="1"/>
          </p:cNvPicPr>
          <p:nvPr userDrawn="1"/>
        </p:nvPicPr>
        <p:blipFill>
          <a:blip r:embed="rId4"/>
          <a:srcRect r="69202"/>
          <a:stretch>
            <a:fillRect/>
          </a:stretch>
        </p:blipFill>
        <p:spPr>
          <a:xfrm>
            <a:off x="427355" y="382905"/>
            <a:ext cx="524510" cy="5873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40911-CB63-C640-91A1-4C1B72CFCF54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7" name="图片 12" descr="/Users/ciilabrand/Desktop/赵毅祥/平行数字/VIS设计/A-设计/应用部分实际文件大小_画板 1.svg应用部分实际文件大小_画板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-7302" y="635"/>
            <a:ext cx="12206605" cy="68567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40911-CB63-C640-91A1-4C1B72CFCF54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13" name="图片 1" descr="/Users/ciilabrand/Desktop/赵毅祥/平行数字/VIS设计/A-设计/应用部分实际文件大小_画板 1.svg应用部分实际文件大小_画板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953"/>
            <a:ext cx="12206605" cy="6856730"/>
          </a:xfrm>
          <a:prstGeom prst="rect">
            <a:avLst/>
          </a:prstGeom>
        </p:spPr>
      </p:pic>
      <p:sp>
        <p:nvSpPr>
          <p:cNvPr id="15" name="文本框 14"/>
          <p:cNvSpPr txBox="1"/>
          <p:nvPr userDrawn="1"/>
        </p:nvSpPr>
        <p:spPr>
          <a:xfrm>
            <a:off x="483235" y="1928495"/>
            <a:ext cx="9291955" cy="216852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lvl1pPr lvl="0" indent="0" algn="ctr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7200" b="1" dirty="0" smtClean="0">
                <a:solidFill>
                  <a:srgbClr val="005AA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17145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6858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1430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002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9000">
                <a:solidFill>
                  <a:srgbClr val="FFFFFF"/>
                </a:solidFill>
                <a:latin typeface="Arial Bold" panose="020B0704020202090204" charset="0"/>
                <a:cs typeface="Arial Bold" panose="020B0704020202090204" charset="0"/>
                <a:sym typeface="+mn-ea"/>
              </a:rPr>
              <a:t>THANK   YOU</a:t>
            </a:r>
            <a:endParaRPr lang="en-US" altLang="zh-CN" sz="9000">
              <a:solidFill>
                <a:srgbClr val="FFFFFF"/>
              </a:solidFill>
              <a:latin typeface="Arial Bold" panose="020B0704020202090204" charset="0"/>
              <a:cs typeface="Arial Bold" panose="020B0704020202090204" charset="0"/>
              <a:sym typeface="+mn-ea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1280795" y="6142355"/>
            <a:ext cx="8397875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0512-63002900     |     </a:t>
            </a:r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info@avatar-tech.com</a:t>
            </a:r>
            <a:endParaRPr lang="en-US" altLang="zh-CN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280795" y="5834380"/>
            <a:ext cx="870585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江苏省 </a:t>
            </a:r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苏州市   吴江区   鲈乡南路</a:t>
            </a:r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501</a:t>
            </a:r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号   国测苏州智慧城市产业化基地</a:t>
            </a:r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A1</a:t>
            </a:r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栋</a:t>
            </a:r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层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图片 17" descr="图片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2775" y="5809615"/>
            <a:ext cx="541020" cy="541020"/>
          </a:xfrm>
          <a:prstGeom prst="rect">
            <a:avLst/>
          </a:prstGeom>
        </p:spPr>
      </p:pic>
      <p:sp>
        <p:nvSpPr>
          <p:cNvPr id="19" name="文本框 18"/>
          <p:cNvSpPr txBox="1"/>
          <p:nvPr userDrawn="1"/>
        </p:nvSpPr>
        <p:spPr>
          <a:xfrm>
            <a:off x="9986645" y="382905"/>
            <a:ext cx="158178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err="1">
                <a:solidFill>
                  <a:srgbClr val="1DB5C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www.avatar-tech.com</a:t>
            </a:r>
            <a:endParaRPr lang="en-US" altLang="zh-CN" sz="1000" b="1" dirty="0">
              <a:solidFill>
                <a:srgbClr val="1DB5CD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" name="图片 9" descr="应用部分实际文件大小_画板 1"/>
          <p:cNvPicPr>
            <a:picLocks noChangeAspect="1"/>
          </p:cNvPicPr>
          <p:nvPr userDrawn="1"/>
        </p:nvPicPr>
        <p:blipFill>
          <a:blip r:embed="rId5"/>
          <a:srcRect r="69202"/>
          <a:stretch>
            <a:fillRect/>
          </a:stretch>
        </p:blipFill>
        <p:spPr>
          <a:xfrm>
            <a:off x="427355" y="382905"/>
            <a:ext cx="524510" cy="5873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6"/>
          <a:srcRect l="23169" t="16627" r="24832" b="20564"/>
          <a:stretch>
            <a:fillRect/>
          </a:stretch>
        </p:blipFill>
        <p:spPr>
          <a:xfrm>
            <a:off x="570865" y="5807075"/>
            <a:ext cx="665480" cy="6762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40911-CB63-C640-91A1-4C1B72CFCF54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9" name="图片 12" descr="/Users/ciilabrand/Desktop/赵毅祥/平行数字/VIS设计/A-设计/应用部分实际文件大小_画板 1.svg应用部分实际文件大小_画板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-14922" y="1270"/>
            <a:ext cx="12206605" cy="6856730"/>
          </a:xfrm>
          <a:prstGeom prst="rect">
            <a:avLst/>
          </a:prstGeom>
        </p:spPr>
      </p:pic>
      <p:pic>
        <p:nvPicPr>
          <p:cNvPr id="2" name="图片 1" descr="应用部分实际文件大小_画板 1"/>
          <p:cNvPicPr>
            <a:picLocks noChangeAspect="1"/>
          </p:cNvPicPr>
          <p:nvPr userDrawn="1"/>
        </p:nvPicPr>
        <p:blipFill>
          <a:blip r:embed="rId4"/>
          <a:srcRect r="69202"/>
          <a:stretch>
            <a:fillRect/>
          </a:stretch>
        </p:blipFill>
        <p:spPr>
          <a:xfrm>
            <a:off x="427355" y="382905"/>
            <a:ext cx="524510" cy="5873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40911-CB63-C640-91A1-4C1B72CFCF54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11" name="图片 4" descr="应用部分实际文件大小_画板 1 副本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" y="9525"/>
            <a:ext cx="12191365" cy="6848475"/>
          </a:xfrm>
          <a:prstGeom prst="rect">
            <a:avLst/>
          </a:prstGeom>
        </p:spPr>
      </p:pic>
      <p:pic>
        <p:nvPicPr>
          <p:cNvPr id="12" name="图片 11" descr="应用部分实际文件大小_画板 1 副本"/>
          <p:cNvPicPr>
            <a:picLocks noChangeAspect="1"/>
          </p:cNvPicPr>
          <p:nvPr userDrawn="1"/>
        </p:nvPicPr>
        <p:blipFill>
          <a:blip r:embed="rId4"/>
          <a:srcRect l="1468" t="882" r="94114" b="86775"/>
          <a:stretch>
            <a:fillRect/>
          </a:stretch>
        </p:blipFill>
        <p:spPr>
          <a:xfrm>
            <a:off x="10196830" y="88900"/>
            <a:ext cx="304800" cy="479425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650220" y="194945"/>
            <a:ext cx="189801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>
                <a:solidFill>
                  <a:srgbClr val="1DB5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 行 数 字    交 叉 现 实</a:t>
            </a:r>
            <a:endParaRPr lang="zh-CN" altLang="en-US" sz="900">
              <a:solidFill>
                <a:srgbClr val="1DB5C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" name="直接连接符 2"/>
          <p:cNvCxnSpPr/>
          <p:nvPr userDrawn="1"/>
        </p:nvCxnSpPr>
        <p:spPr>
          <a:xfrm>
            <a:off x="10627995" y="239395"/>
            <a:ext cx="0" cy="144000"/>
          </a:xfrm>
          <a:prstGeom prst="line">
            <a:avLst/>
          </a:prstGeom>
          <a:noFill/>
          <a:ln w="9525" cap="flat" cmpd="sng" algn="ctr">
            <a:solidFill>
              <a:srgbClr val="1DB5CD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8" name="灯片编号占位符 1"/>
          <p:cNvSpPr txBox="1"/>
          <p:nvPr userDrawn="1"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600" b="0" i="0" kern="1200">
                <a:solidFill>
                  <a:srgbClr val="01B3CE"/>
                </a:solidFill>
                <a:latin typeface="思源黑体 CN Normal" panose="020B0400000000000000" pitchFamily="34" charset="-128"/>
                <a:ea typeface="思源黑体 CN Normal" panose="020B0400000000000000" pitchFamily="34" charset="-128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240911-CB63-C640-91A1-4C1B72CFCF54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283210" y="340360"/>
            <a:ext cx="10800" cy="216000"/>
          </a:xfrm>
          <a:prstGeom prst="rect">
            <a:avLst/>
          </a:prstGeom>
          <a:solidFill>
            <a:srgbClr val="1DB5CD"/>
          </a:solidFill>
          <a:ln w="25400" cap="flat" cmpd="sng" algn="ctr">
            <a:solidFill>
              <a:srgbClr val="1DB5CD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5D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18722" y="283113"/>
            <a:ext cx="3685108" cy="475066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01B3CE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 smtClean="0"/>
              <a:t>在此输入标题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40911-CB63-C640-91A1-4C1B72CFCF54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14" name="图片 4" descr="应用部分实际文件大小_画板 1 副本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" y="9525"/>
            <a:ext cx="12191365" cy="6848475"/>
          </a:xfrm>
          <a:prstGeom prst="rect">
            <a:avLst/>
          </a:prstGeom>
        </p:spPr>
      </p:pic>
      <p:pic>
        <p:nvPicPr>
          <p:cNvPr id="15" name="图片 14" descr="应用部分实际文件大小_画板 1 副本"/>
          <p:cNvPicPr>
            <a:picLocks noChangeAspect="1"/>
          </p:cNvPicPr>
          <p:nvPr userDrawn="1"/>
        </p:nvPicPr>
        <p:blipFill>
          <a:blip r:embed="rId4"/>
          <a:srcRect r="94639" b="84468"/>
          <a:stretch>
            <a:fillRect/>
          </a:stretch>
        </p:blipFill>
        <p:spPr>
          <a:xfrm>
            <a:off x="9973945" y="167005"/>
            <a:ext cx="480060" cy="782320"/>
          </a:xfrm>
          <a:prstGeom prst="rect">
            <a:avLst/>
          </a:prstGeom>
        </p:spPr>
      </p:pic>
      <p:sp>
        <p:nvSpPr>
          <p:cNvPr id="16" name="文本框 15"/>
          <p:cNvSpPr txBox="1"/>
          <p:nvPr userDrawn="1"/>
        </p:nvSpPr>
        <p:spPr>
          <a:xfrm>
            <a:off x="10650220" y="385445"/>
            <a:ext cx="189801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>
                <a:solidFill>
                  <a:srgbClr val="1DB5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 行 数 字    交 叉 现 实</a:t>
            </a:r>
            <a:endParaRPr lang="zh-CN" altLang="en-US" sz="900">
              <a:solidFill>
                <a:srgbClr val="1DB5C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直接连接符 2"/>
          <p:cNvCxnSpPr/>
          <p:nvPr userDrawn="1"/>
        </p:nvCxnSpPr>
        <p:spPr>
          <a:xfrm>
            <a:off x="10627995" y="436245"/>
            <a:ext cx="0" cy="144000"/>
          </a:xfrm>
          <a:prstGeom prst="line">
            <a:avLst/>
          </a:prstGeom>
          <a:noFill/>
          <a:ln w="9525" cap="flat" cmpd="sng" algn="ctr">
            <a:solidFill>
              <a:srgbClr val="1DB5CD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18" name="文本框 17"/>
          <p:cNvSpPr txBox="1"/>
          <p:nvPr userDrawn="1"/>
        </p:nvSpPr>
        <p:spPr>
          <a:xfrm>
            <a:off x="323850" y="26225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1DB5CD"/>
                </a:solidFill>
                <a:latin typeface="Arial" panose="020B0604020202020204"/>
                <a:ea typeface="微软雅黑" panose="020B0503020204020204" charset="-122"/>
              </a:rPr>
              <a:t>公司简介</a:t>
            </a:r>
            <a:endParaRPr lang="zh-CN" altLang="en-US" b="1" dirty="0">
              <a:solidFill>
                <a:srgbClr val="1DB5C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283210" y="340360"/>
            <a:ext cx="10800" cy="216000"/>
          </a:xfrm>
          <a:prstGeom prst="rect">
            <a:avLst/>
          </a:prstGeom>
          <a:solidFill>
            <a:srgbClr val="1DB5CD"/>
          </a:solidFill>
          <a:ln w="25400" cap="flat" cmpd="sng" algn="ctr">
            <a:solidFill>
              <a:srgbClr val="1DB5CD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5D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352280" y="6449060"/>
            <a:ext cx="2743200" cy="365125"/>
          </a:xfrm>
        </p:spPr>
        <p:txBody>
          <a:bodyPr/>
          <a:lstStyle/>
          <a:p>
            <a:fld id="{B5240911-CB63-C640-91A1-4C1B72CFCF54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10" name="图片 9" descr="应用部分实际文件大小_画板 1"/>
          <p:cNvPicPr>
            <a:picLocks noChangeAspect="1"/>
          </p:cNvPicPr>
          <p:nvPr userDrawn="1"/>
        </p:nvPicPr>
        <p:blipFill>
          <a:blip r:embed="rId2"/>
          <a:srcRect r="69202"/>
          <a:stretch>
            <a:fillRect/>
          </a:stretch>
        </p:blipFill>
        <p:spPr>
          <a:xfrm>
            <a:off x="427355" y="382905"/>
            <a:ext cx="524510" cy="5873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40911-CB63-C640-91A1-4C1B72CFCF54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12" name="图片 1" descr="/Users/ciilabrand/Desktop/赵毅祥/平行数字/VIS设计/A-设计/应用部分实际文件大小_画板 1.svg应用部分实际文件大小_画板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953"/>
            <a:ext cx="12206605" cy="6856730"/>
          </a:xfrm>
          <a:prstGeom prst="rect">
            <a:avLst/>
          </a:prstGeom>
        </p:spPr>
      </p:pic>
      <p:pic>
        <p:nvPicPr>
          <p:cNvPr id="10" name="图片 9" descr="应用部分实际文件大小_画板 1"/>
          <p:cNvPicPr>
            <a:picLocks noChangeAspect="1"/>
          </p:cNvPicPr>
          <p:nvPr userDrawn="1"/>
        </p:nvPicPr>
        <p:blipFill>
          <a:blip r:embed="rId4"/>
          <a:srcRect r="69202"/>
          <a:stretch>
            <a:fillRect/>
          </a:stretch>
        </p:blipFill>
        <p:spPr>
          <a:xfrm>
            <a:off x="427355" y="382905"/>
            <a:ext cx="524510" cy="5873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40911-CB63-C640-91A1-4C1B72CFCF54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7" name="图片 12" descr="/Users/ciilabrand/Desktop/赵毅祥/平行数字/VIS设计/A-设计/应用部分实际文件大小_画板 1.svg应用部分实际文件大小_画板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-7302" y="635"/>
            <a:ext cx="12206605" cy="68567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40911-CB63-C640-91A1-4C1B72CFCF54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13" name="图片 1" descr="/Users/ciilabrand/Desktop/赵毅祥/平行数字/VIS设计/A-设计/应用部分实际文件大小_画板 1.svg应用部分实际文件大小_画板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0" y="953"/>
            <a:ext cx="12206605" cy="6856730"/>
          </a:xfrm>
          <a:prstGeom prst="rect">
            <a:avLst/>
          </a:prstGeom>
        </p:spPr>
      </p:pic>
      <p:sp>
        <p:nvSpPr>
          <p:cNvPr id="15" name="文本框 14"/>
          <p:cNvSpPr txBox="1"/>
          <p:nvPr userDrawn="1"/>
        </p:nvSpPr>
        <p:spPr>
          <a:xfrm>
            <a:off x="483235" y="1928495"/>
            <a:ext cx="9291955" cy="216852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lvl1pPr lvl="0" indent="0" algn="ctr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7200" b="1" dirty="0" smtClean="0">
                <a:solidFill>
                  <a:srgbClr val="005AA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17145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6858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1430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002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9000">
                <a:solidFill>
                  <a:srgbClr val="FFFFFF"/>
                </a:solidFill>
                <a:latin typeface="Arial Bold" panose="020B0704020202090204" charset="0"/>
                <a:cs typeface="Arial Bold" panose="020B0704020202090204" charset="0"/>
                <a:sym typeface="+mn-ea"/>
              </a:rPr>
              <a:t>THANK   YOU</a:t>
            </a:r>
            <a:endParaRPr lang="en-US" altLang="zh-CN" sz="9000">
              <a:solidFill>
                <a:srgbClr val="FFFFFF"/>
              </a:solidFill>
              <a:latin typeface="Arial Bold" panose="020B0704020202090204" charset="0"/>
              <a:cs typeface="Arial Bold" panose="020B0704020202090204" charset="0"/>
              <a:sym typeface="+mn-ea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1280795" y="6142355"/>
            <a:ext cx="8397875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0512-63002900     |     </a:t>
            </a:r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info@avatar-tech.com</a:t>
            </a:r>
            <a:endParaRPr lang="en-US" altLang="zh-CN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280795" y="5834380"/>
            <a:ext cx="870585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江苏省 </a:t>
            </a:r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苏州市   吴江区   鲈乡南路</a:t>
            </a:r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501</a:t>
            </a:r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号   国测苏州智慧城市产业化基地</a:t>
            </a:r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A1</a:t>
            </a:r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栋</a:t>
            </a:r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层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9986645" y="382905"/>
            <a:ext cx="158178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 err="1">
                <a:solidFill>
                  <a:srgbClr val="1DB5CD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www.avatar-tech.com</a:t>
            </a:r>
            <a:endParaRPr lang="en-US" altLang="zh-CN" sz="1000" b="1" dirty="0">
              <a:solidFill>
                <a:srgbClr val="1DB5CD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" name="图片 9" descr="应用部分实际文件大小_画板 1"/>
          <p:cNvPicPr>
            <a:picLocks noChangeAspect="1"/>
          </p:cNvPicPr>
          <p:nvPr userDrawn="1"/>
        </p:nvPicPr>
        <p:blipFill>
          <a:blip r:embed="rId4"/>
          <a:srcRect r="69202"/>
          <a:stretch>
            <a:fillRect/>
          </a:stretch>
        </p:blipFill>
        <p:spPr>
          <a:xfrm>
            <a:off x="427355" y="382905"/>
            <a:ext cx="524510" cy="5873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5"/>
          <a:srcRect l="23169" t="16627" r="24832" b="20564"/>
          <a:stretch>
            <a:fillRect/>
          </a:stretch>
        </p:blipFill>
        <p:spPr>
          <a:xfrm>
            <a:off x="570865" y="5807075"/>
            <a:ext cx="665480" cy="67627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i="0">
                <a:solidFill>
                  <a:srgbClr val="01B3CE"/>
                </a:solidFill>
                <a:latin typeface="思源黑体 CN Normal" panose="020B0400000000000000" pitchFamily="34" charset="-128"/>
                <a:ea typeface="思源黑体 CN Normal" panose="020B0400000000000000" pitchFamily="34" charset="-128"/>
              </a:defRPr>
            </a:lvl1pPr>
          </a:lstStyle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i="0">
                <a:solidFill>
                  <a:srgbClr val="01B3CE"/>
                </a:solidFill>
                <a:latin typeface="思源黑体 CN Normal" panose="020B0400000000000000" pitchFamily="34" charset="-128"/>
                <a:ea typeface="思源黑体 CN Normal" panose="020B0400000000000000" pitchFamily="34" charset="-128"/>
              </a:defRPr>
            </a:lvl1pPr>
          </a:lstStyle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40911-CB63-C640-91A1-4C1B72CFCF54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13715" y="1369060"/>
            <a:ext cx="10552430" cy="1479550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lstStyle>
            <a:lvl1pPr lvl="0" indent="0" algn="ctr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7200" b="1" dirty="0" smtClean="0">
                <a:solidFill>
                  <a:srgbClr val="005AA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17145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6858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1430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002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50000"/>
              </a:lnSpc>
            </a:pPr>
            <a:r>
              <a:rPr sz="540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平行数字</a:t>
            </a:r>
            <a:r>
              <a:rPr lang="en-US" altLang="zh-CN" sz="540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PPT</a:t>
            </a:r>
            <a:r>
              <a:rPr sz="540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模板</a:t>
            </a:r>
            <a:endParaRPr sz="5400" dirty="0">
              <a:solidFill>
                <a:schemeClr val="bg1"/>
              </a:solidFill>
              <a:latin typeface="+mj-ea"/>
              <a:ea typeface="+mj-ea"/>
              <a:cs typeface="Arial Bold" panose="020B07040202020902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6129" y="5803790"/>
            <a:ext cx="35820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DB5C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平行数字  交叉现实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1DB5CD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810260" y="3067685"/>
            <a:ext cx="10552430" cy="1479550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lstStyle>
            <a:lvl1pPr lvl="0" indent="0" algn="ctr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7200" b="1" dirty="0" smtClean="0">
                <a:solidFill>
                  <a:srgbClr val="005AA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17145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6858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1430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002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9pPr>
          </a:lstStyle>
          <a:p>
            <a:pPr algn="l"/>
            <a:endParaRPr sz="540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40911-CB63-C640-91A1-4C1B72CFCF54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48335" y="403225"/>
            <a:ext cx="17913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DB5CD"/>
                </a:solidFill>
                <a:effectLst/>
                <a:uLnTx/>
                <a:uFillTx/>
                <a:latin typeface="Arial Bold" panose="020B0704020202090204" charset="0"/>
                <a:ea typeface="微软雅黑" panose="020B0503020204020204" charset="-122"/>
                <a:cs typeface="Arial Bold" panose="020B0704020202090204" charset="0"/>
              </a:rPr>
              <a:t>CATALOGUE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DB5CD"/>
              </a:solidFill>
              <a:effectLst/>
              <a:uLnTx/>
              <a:uFillTx/>
              <a:latin typeface="Arial Bold" panose="020B0704020202090204" charset="0"/>
              <a:ea typeface="微软雅黑" panose="020B0503020204020204" charset="-122"/>
              <a:cs typeface="Arial Bold" panose="020B070402020209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5795" y="71945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1DB5CD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目录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1DB5CD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74675" y="530860"/>
            <a:ext cx="10800" cy="468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5D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1825" y="1603375"/>
            <a:ext cx="3895090" cy="5067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lvl1pPr lvl="0" indent="0" algn="ctr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7200" b="1" dirty="0" smtClean="0">
                <a:solidFill>
                  <a:srgbClr val="005AA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17145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6858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1430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002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old" panose="020B0704020202090204" charset="0"/>
                <a:ea typeface="微软雅黑" panose="020B0503020204020204" charset="-122"/>
                <a:cs typeface="Arial Bold" panose="020B0704020202090204" charset="0"/>
                <a:sym typeface="+mn-ea"/>
              </a:rPr>
              <a:t>SECTION ONE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Bold" panose="020B0704020202090204" charset="0"/>
              <a:ea typeface="微软雅黑" panose="020B0503020204020204" charset="-122"/>
              <a:cs typeface="Arial Bold" panose="020B07040202020902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1825" y="2044700"/>
            <a:ext cx="1661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+mn-ea"/>
              </a:rPr>
              <a:t>第一节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19930" y="2044700"/>
            <a:ext cx="1661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+mn-ea"/>
              </a:rPr>
              <a:t>第二节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8175" y="2919095"/>
            <a:ext cx="3895090" cy="5067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lvl1pPr lvl="0" indent="0" algn="ctr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7200" b="1" dirty="0" smtClean="0">
                <a:solidFill>
                  <a:srgbClr val="005AA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17145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6858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1430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002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old" panose="020B0704020202090204" charset="0"/>
                <a:ea typeface="微软雅黑" panose="020B0503020204020204" charset="-122"/>
                <a:cs typeface="Arial Bold" panose="020B0704020202090204" charset="0"/>
                <a:sym typeface="+mn-ea"/>
              </a:rPr>
              <a:t>SECTION THREE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Bold" panose="020B0704020202090204" charset="0"/>
              <a:ea typeface="微软雅黑" panose="020B0503020204020204" charset="-122"/>
              <a:cs typeface="Arial Bold" panose="020B070402020209020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8175" y="3355975"/>
            <a:ext cx="1661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+mn-ea"/>
              </a:rPr>
              <a:t>第三节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26280" y="3355975"/>
            <a:ext cx="1661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+mn-ea"/>
              </a:rPr>
              <a:t>第四节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95336" y="1830705"/>
            <a:ext cx="7200" cy="468000"/>
          </a:xfrm>
          <a:prstGeom prst="rect">
            <a:avLst/>
          </a:prstGeom>
          <a:solidFill>
            <a:schemeClr val="accent2"/>
          </a:solidFill>
          <a:ln>
            <a:solidFill>
              <a:srgbClr val="FFFFFF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5D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89668" y="3141980"/>
            <a:ext cx="7200" cy="468000"/>
          </a:xfrm>
          <a:prstGeom prst="rect">
            <a:avLst/>
          </a:prstGeom>
          <a:solidFill>
            <a:schemeClr val="accent2"/>
          </a:solidFill>
          <a:ln>
            <a:solidFill>
              <a:srgbClr val="FFFFFF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5D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508500" y="1830705"/>
            <a:ext cx="7200" cy="468000"/>
          </a:xfrm>
          <a:prstGeom prst="rect">
            <a:avLst/>
          </a:prstGeom>
          <a:solidFill>
            <a:schemeClr val="accent2"/>
          </a:solidFill>
          <a:ln>
            <a:solidFill>
              <a:srgbClr val="FFFFFF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5D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26280" y="3141980"/>
            <a:ext cx="7200" cy="468000"/>
          </a:xfrm>
          <a:prstGeom prst="rect">
            <a:avLst/>
          </a:prstGeom>
          <a:solidFill>
            <a:schemeClr val="accent2"/>
          </a:solidFill>
          <a:ln>
            <a:solidFill>
              <a:srgbClr val="FFFFFF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5D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96593" y="5806954"/>
            <a:ext cx="35820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DB5C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平行数字  交叉现实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1DB5CD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96911" y="5804418"/>
            <a:ext cx="35820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DB5C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平行数字  交叉现实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1DB5CD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40911-CB63-C640-91A1-4C1B72CFCF54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45135" y="1374140"/>
            <a:ext cx="10552430" cy="216852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lvl1pPr lvl="0" indent="0" algn="ctr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7200" b="1" dirty="0" smtClean="0">
                <a:solidFill>
                  <a:srgbClr val="005AA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17145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6858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1430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002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old" panose="020B0704020202090204" charset="0"/>
                <a:ea typeface="微软雅黑" panose="020B0503020204020204" charset="-122"/>
                <a:cs typeface="Arial Bold" panose="020B0704020202090204" charset="0"/>
                <a:sym typeface="+mn-ea"/>
              </a:rPr>
              <a:t>MAIN TITLE</a:t>
            </a:r>
            <a:endParaRPr kumimoji="0" lang="en-US" altLang="zh-CN" sz="9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Bold" panose="020B0704020202090204" charset="0"/>
              <a:ea typeface="微软雅黑" panose="020B0503020204020204" charset="-122"/>
              <a:cs typeface="Arial Bold" panose="020B07040202020902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8635" y="3352165"/>
            <a:ext cx="41890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+mn-ea"/>
              </a:rPr>
              <a:t>内容标题</a:t>
            </a:r>
            <a:endParaRPr kumimoji="0" lang="zh-CN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23850" y="26225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1DB5CD"/>
                </a:solidFill>
                <a:latin typeface="Arial" panose="020B0604020202020204"/>
                <a:ea typeface="微软雅黑" panose="020B0503020204020204" charset="-122"/>
              </a:rPr>
              <a:t>公司</a:t>
            </a:r>
            <a:r>
              <a:rPr lang="zh-CN" altLang="en-US" b="1" dirty="0" smtClean="0">
                <a:solidFill>
                  <a:srgbClr val="1DB5CD"/>
                </a:solidFill>
                <a:latin typeface="Arial" panose="020B0604020202020204"/>
                <a:ea typeface="微软雅黑" panose="020B0503020204020204" charset="-122"/>
              </a:rPr>
              <a:t>简介</a:t>
            </a:r>
            <a:endParaRPr lang="zh-CN" altLang="en-US" b="1" dirty="0">
              <a:solidFill>
                <a:srgbClr val="1DB5C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3210" y="340360"/>
            <a:ext cx="10800" cy="216000"/>
          </a:xfrm>
          <a:prstGeom prst="rect">
            <a:avLst/>
          </a:prstGeom>
          <a:solidFill>
            <a:srgbClr val="1DB5CD"/>
          </a:solidFill>
          <a:ln w="25400" cap="flat" cmpd="sng" algn="ctr">
            <a:solidFill>
              <a:srgbClr val="1DB5CD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5D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40911-CB63-C640-91A1-4C1B72CFCF54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83235" y="1928495"/>
            <a:ext cx="9291955" cy="216852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lvl1pPr lvl="0" indent="0" algn="ctr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7200" b="1" dirty="0" smtClean="0">
                <a:solidFill>
                  <a:srgbClr val="005AA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17145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6858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1430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00200" indent="0" fontAlgn="base">
              <a:spcBef>
                <a:spcPct val="20000"/>
              </a:spcBef>
              <a:spcAft>
                <a:spcPct val="0"/>
              </a:spcAft>
              <a:buNone/>
              <a:defRPr lang="zh-CN" altLang="en-US" sz="2800" dirty="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9000">
                <a:solidFill>
                  <a:srgbClr val="FFFFFF"/>
                </a:solidFill>
                <a:latin typeface="Arial Bold" panose="020B0704020202090204" charset="0"/>
                <a:cs typeface="Arial Bold" panose="020B0704020202090204" charset="0"/>
                <a:sym typeface="+mn-ea"/>
              </a:rPr>
              <a:t>THANK   YOU</a:t>
            </a:r>
            <a:endParaRPr lang="en-US" altLang="zh-CN" sz="9000">
              <a:solidFill>
                <a:srgbClr val="FFFFFF"/>
              </a:solidFill>
              <a:latin typeface="Arial Bold" panose="020B0704020202090204" charset="0"/>
              <a:cs typeface="Arial Bold" panose="020B0704020202090204" charset="0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80795" y="6142355"/>
            <a:ext cx="8397875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0512-63002900     |     </a:t>
            </a:r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info@avatar-tech.com</a:t>
            </a:r>
            <a:endParaRPr lang="en-US" altLang="zh-CN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280795" y="5834380"/>
            <a:ext cx="870585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江苏省 </a:t>
            </a:r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苏州市   吴江区   鲈乡南路</a:t>
            </a:r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501</a:t>
            </a:r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号   国测苏州智慧城市产业化基地</a:t>
            </a:r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A1</a:t>
            </a:r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栋</a:t>
            </a:r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层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23169" t="16627" r="24832" b="20564"/>
          <a:stretch>
            <a:fillRect/>
          </a:stretch>
        </p:blipFill>
        <p:spPr>
          <a:xfrm>
            <a:off x="570865" y="5807075"/>
            <a:ext cx="665480" cy="676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PP_MARK_KEY" val="6d4b793b-37f3-40c7-bf7f-81bfdff372b0"/>
  <p:tag name="COMMONDATA" val="eyJoZGlkIjoiM2RiOWQxNWZhODAwOTY1ZDFlM2FhOTdmNjNhYTkyMD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</Words>
  <Application>WPS 演示</Application>
  <PresentationFormat>宽屏</PresentationFormat>
  <Paragraphs>44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宋体</vt:lpstr>
      <vt:lpstr>Wingdings</vt:lpstr>
      <vt:lpstr>思源黑体 CN Normal</vt:lpstr>
      <vt:lpstr>思源黑体 CN Bold</vt:lpstr>
      <vt:lpstr>Arial</vt:lpstr>
      <vt:lpstr>微软雅黑</vt:lpstr>
      <vt:lpstr>Arial Bold</vt:lpstr>
      <vt:lpstr>Arial Unicode MS</vt:lpstr>
      <vt:lpstr>等线</vt:lpstr>
      <vt:lpstr>Verdana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Jakie zhang</dc:creator>
  <cp:lastModifiedBy>ABB</cp:lastModifiedBy>
  <cp:revision>33</cp:revision>
  <dcterms:created xsi:type="dcterms:W3CDTF">2022-12-12T08:47:00Z</dcterms:created>
  <dcterms:modified xsi:type="dcterms:W3CDTF">2025-03-07T01:44:32Z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8499A0E2F0FF42799D0C6B077B7B76E3_12</vt:lpwstr>
  </property>
  <property fmtid="{D5CDD505-2E9C-101B-9397-08002B2CF9AE}" pid="3" name="KSOProductBuildVer">
    <vt:lpwstr>2052-12.1.0.20305</vt:lpwstr>
  </property>
</Properties>
</file>